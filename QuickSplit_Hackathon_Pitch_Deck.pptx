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41E33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7680" y="1371600"/>
            <a:ext cx="3566160" cy="411480"/>
          </a:xfrm>
          <a:prstGeom prst="roundRect">
            <a:avLst/>
          </a:prstGeom>
          <a:solidFill>
            <a:srgbClr val="1E294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⚡ LIVE ON VERCEL • PRODUCTION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</a:defRPr>
            </a:pPr>
            <a:r>
              <a:t>QuickSplit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10896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94A3B8"/>
                </a:solidFill>
              </a:defRPr>
            </a:pPr>
            <a:r>
              <a:t>Zero-Knowledge Financial Settlement &amp; Precision Cost Allocation</a:t>
            </a:r>
            <a:br/>
            <a:r>
              <a:t>for College Projects, Roommates &amp; Hackathon Teams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4297680"/>
            <a:ext cx="2194560" cy="411480"/>
          </a:xfrm>
          <a:prstGeom prst="roundRect">
            <a:avLst/>
          </a:prstGeom>
          <a:solidFill>
            <a:srgbClr val="1A243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🛡️ Zero-Knowledge E2EE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4297680"/>
            <a:ext cx="2194560" cy="411480"/>
          </a:xfrm>
          <a:prstGeom prst="roundRect">
            <a:avLst/>
          </a:prstGeom>
          <a:solidFill>
            <a:srgbClr val="1A243D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💸 Multi-Payer Bill Splitting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4297680"/>
            <a:ext cx="2194560" cy="411480"/>
          </a:xfrm>
          <a:prstGeom prst="roundRect">
            <a:avLst/>
          </a:prstGeom>
          <a:solidFill>
            <a:srgbClr val="1A243D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⚡ Greedy Debt Minimization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4297680"/>
            <a:ext cx="2194560" cy="411480"/>
          </a:xfrm>
          <a:prstGeom prst="roundRect">
            <a:avLst/>
          </a:prstGeom>
          <a:solidFill>
            <a:srgbClr val="1A243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📱 1-Click UPI &amp; Dynamic QR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12064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🔗 Live Web App: https://quickk-split.vercel.app/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141E33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⚡ HACKATHON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Problem: Why Existing Split Apps Break in India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66360" cy="2057400"/>
          </a:xfrm>
          <a:prstGeom prst="roundRect">
            <a:avLst/>
          </a:prstGeom>
          <a:solidFill>
            <a:srgbClr val="141E33"/>
          </a:solidFill>
          <a:ln>
            <a:solidFill>
              <a:srgbClr val="23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700" b="1">
                <a:solidFill>
                  <a:srgbClr val="F87171"/>
                </a:solidFill>
              </a:defRPr>
            </a:pPr>
            <a:r>
              <a:t>1. Multi-Payer Invoicing Chaos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College hardware purchases (Raspberry Pi, PCB, cloud servers) frequently involve multiple teammates chipping in different amounts on one bill. Existing tools force only 1 payer per bill.</a:t>
            </a:r>
          </a:p>
          <a:p>
            <a:pPr>
              <a:defRPr sz="1200" b="1">
                <a:solidFill>
                  <a:srgbClr val="FF9933"/>
                </a:solidFill>
              </a:defRPr>
            </a:pPr>
            <a:r>
              <a:t>❌ Inaccurate math &amp; manual calculator friction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91640"/>
            <a:ext cx="5166360" cy="2057400"/>
          </a:xfrm>
          <a:prstGeom prst="roundRect">
            <a:avLst/>
          </a:prstGeom>
          <a:solidFill>
            <a:srgbClr val="141E33"/>
          </a:solidFill>
          <a:ln>
            <a:solidFill>
              <a:srgbClr val="23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700" b="1">
                <a:solidFill>
                  <a:srgbClr val="F87171"/>
                </a:solidFill>
              </a:defRPr>
            </a:pPr>
            <a:r>
              <a:t>2. Circular Debt Cascades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5 teammates end up in 10 confusing back-and-forth bank transfers instead of a simplified minimal cash flow.</a:t>
            </a:r>
          </a:p>
          <a:p>
            <a:pPr>
              <a:defRPr sz="1200" b="1">
                <a:solidFill>
                  <a:srgbClr val="FF9933"/>
                </a:solidFill>
              </a:defRPr>
            </a:pPr>
            <a:r>
              <a:t>❌ Unnecessary bank charges &amp; confusion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166360" cy="2057400"/>
          </a:xfrm>
          <a:prstGeom prst="roundRect">
            <a:avLst/>
          </a:prstGeom>
          <a:solidFill>
            <a:srgbClr val="141E33"/>
          </a:solidFill>
          <a:ln>
            <a:solidFill>
              <a:srgbClr val="23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700" b="1">
                <a:solidFill>
                  <a:srgbClr val="F87171"/>
                </a:solidFill>
              </a:defRPr>
            </a:pPr>
            <a:r>
              <a:t>3. Privacy Leaks in the Cloud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Standard apps store member phone numbers, bank UPI VPAs, and spending habits in plain text in centralized cloud databases.</a:t>
            </a:r>
          </a:p>
          <a:p>
            <a:pPr>
              <a:defRPr sz="1200" b="1">
                <a:solidFill>
                  <a:srgbClr val="FF9933"/>
                </a:solidFill>
              </a:defRPr>
            </a:pPr>
            <a:r>
              <a:t>❌ Scraping, privacy abuse &amp; data leaks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77639"/>
            <a:ext cx="5166360" cy="2057400"/>
          </a:xfrm>
          <a:prstGeom prst="roundRect">
            <a:avLst/>
          </a:prstGeom>
          <a:solidFill>
            <a:srgbClr val="141E33"/>
          </a:solidFill>
          <a:ln>
            <a:solidFill>
              <a:srgbClr val="23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700" b="1">
                <a:solidFill>
                  <a:srgbClr val="F87171"/>
                </a:solidFill>
              </a:defRPr>
            </a:pPr>
            <a:r>
              <a:t>4. Payment Friction &amp; Amount Lock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Copying UPI IDs manually is tedious, and pre-locked payment QR links often fail or get rejected by Indian banking apps.</a:t>
            </a:r>
          </a:p>
          <a:p>
            <a:pPr>
              <a:defRPr sz="1200" b="1">
                <a:solidFill>
                  <a:srgbClr val="FF9933"/>
                </a:solidFill>
              </a:defRPr>
            </a:pPr>
            <a:r>
              <a:t>❌ Broken payment deep links &amp; delay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141E33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⚡ HACKATHON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Solution: QuickSplit Architecture &amp;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542032" cy="4389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700" b="1">
                <a:solidFill>
                  <a:srgbClr val="6366F1"/>
                </a:solidFill>
              </a:defRPr>
            </a:pPr>
            <a:r>
              <a:t>⚡ Greedy Debt Simplifier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Min-Cash-Flow algorithm pairs net debtors with net creditors in optimal O(V) transfers. Eliminates all circular debts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91640"/>
            <a:ext cx="2542032" cy="4389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👥 Multi-Contributor Bills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Supports bills where multiple friends contributed unevenly (e.g. Me paid ₹500, Friend 1 paid ₹300, Friend 2 paid ₹400).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91640"/>
            <a:ext cx="2542032" cy="4389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700" b="1">
                <a:solidFill>
                  <a:srgbClr val="FF9933"/>
                </a:solidFill>
              </a:defRPr>
            </a:pPr>
            <a:r>
              <a:t>🛡️ Zero-Knowledge E2EE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All names, amounts, and UPI IDs are encrypted client-side using a salted AES cipher. The database holder sees 0 plain-text info.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91640"/>
            <a:ext cx="2542032" cy="43891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700" b="1">
                <a:solidFill>
                  <a:srgbClr val="6366F1"/>
                </a:solidFill>
              </a:defRPr>
            </a:pPr>
            <a:r>
              <a:t>📲 1-Click Native UPI Apps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Integrated deep links for Google Pay, PhonePe, Paytm, BHIM, CRED, plus dynamic client-side QR codes for instant settlement.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141E33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⚡ HACKATHON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Deep Dive: Zero-Knowledge Security &amp; Real-Time 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4389120"/>
          </a:xfrm>
          <a:prstGeom prst="roundRect">
            <a:avLst/>
          </a:prstGeom>
          <a:solidFill>
            <a:srgbClr val="141E33"/>
          </a:solidFill>
          <a:ln>
            <a:solidFill>
              <a:srgbClr val="23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900" b="1">
                <a:solidFill>
                  <a:srgbClr val="10B981"/>
                </a:solidFill>
              </a:defRPr>
            </a:pPr>
            <a:r>
              <a:t>🔒 Zero-Knowledge Cryptographic E2EE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Client-Side Key Derivation: Each group generates a private 12-char cryptographic key (e.g. QS-7K9A-2X4M).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Salted AES-Keyed Cipher: Every sync bundles names, bills, amounts, and UPI VPAs with an 8-char random salt and 16-bit CRC checksum.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Zero Cloud Visibility: Firestore receives ONLY { encData: 'ENC$...' }. No names, no amounts, and no UPI IDs exist in the database.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Key Never Transmitted: The decryption key travels strictly in the client-side URL fragment (#group=...&amp;key=...), never logged on servers.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4389120"/>
          </a:xfrm>
          <a:prstGeom prst="roundRect">
            <a:avLst/>
          </a:prstGeom>
          <a:solidFill>
            <a:srgbClr val="141E33"/>
          </a:solidFill>
          <a:ln>
            <a:solidFill>
              <a:srgbClr val="23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900" b="1">
                <a:solidFill>
                  <a:srgbClr val="6366F1"/>
                </a:solidFill>
              </a:defRPr>
            </a:pPr>
            <a:r>
              <a:t>⚡ Greedy Min-Cash-Flow Algorithm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Net Balance Vector: Calculates net credit/debt for every participant across single &amp; multi-payer expenses.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Two-Pointer Pairing: Concurrently matches maximum debtor with maximum creditor until all balances reach zero.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Mathematical Minimum: Reduces N*(N-1)/2 complex debts down to at most N-1 clean transactions.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Live Cloud Sync: Firestore onSnapshot real-time sync with automatic local-storage fallback for offline resilience.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141E33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⚡ HACKATHON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Product Walkthrough: Seamless UX &amp; Zero Onboarding Barrier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542032" cy="4389120"/>
          </a:xfrm>
          <a:prstGeom prst="roundRect">
            <a:avLst/>
          </a:prstGeom>
          <a:solidFill>
            <a:srgbClr val="141E33"/>
          </a:solidFill>
          <a:ln>
            <a:solidFill>
              <a:srgbClr val="23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700" b="1">
                <a:solidFill>
                  <a:srgbClr val="6366F1"/>
                </a:solidFill>
              </a:defRPr>
            </a:pPr>
            <a:r>
              <a:t>Step 1: 30-Second Setup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No signups, no logins, no phone verification. Enter project name, add friends, and start splitting.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🚀 Zero Friction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91640"/>
            <a:ext cx="2542032" cy="4389120"/>
          </a:xfrm>
          <a:prstGeom prst="roundRect">
            <a:avLst/>
          </a:prstGeom>
          <a:solidFill>
            <a:srgbClr val="141E33"/>
          </a:solidFill>
          <a:ln>
            <a:solidFill>
              <a:srgbClr val="23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700" b="1">
                <a:solidFill>
                  <a:srgbClr val="6366F1"/>
                </a:solidFill>
              </a:defRPr>
            </a:pPr>
            <a:r>
              <a:t>Step 2: Add Expenses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Choose single or multi-contributor bill. Select split members with live per-person fair share calculations.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📊 Ranked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91640"/>
            <a:ext cx="2542032" cy="4389120"/>
          </a:xfrm>
          <a:prstGeom prst="roundRect">
            <a:avLst/>
          </a:prstGeom>
          <a:solidFill>
            <a:srgbClr val="141E33"/>
          </a:solidFill>
          <a:ln>
            <a:solidFill>
              <a:srgbClr val="23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700" b="1">
                <a:solidFill>
                  <a:srgbClr val="6366F1"/>
                </a:solidFill>
              </a:defRPr>
            </a:pPr>
            <a:r>
              <a:t>Step 3: Direct Settlement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View clear 'Who Pays Whom' banner. Tap 'Scan UPI QR' or launch Google Pay / PhonePe directly.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⚡ 1-Click Pay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91640"/>
            <a:ext cx="2542032" cy="4389120"/>
          </a:xfrm>
          <a:prstGeom prst="roundRect">
            <a:avLst/>
          </a:prstGeom>
          <a:solidFill>
            <a:srgbClr val="141E33"/>
          </a:solidFill>
          <a:ln>
            <a:solidFill>
              <a:srgbClr val="23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700" b="1">
                <a:solidFill>
                  <a:srgbClr val="6366F1"/>
                </a:solidFill>
              </a:defRPr>
            </a:pPr>
            <a:r>
              <a:t>Step 4: Share &amp; Export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1-click formatted WhatsApp report generator + CSV / Excel export for college project bill reimbursement.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📋 Audit 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141E33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⚡ HACKATHON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Competitive Matrix: Why QuickSplit Wins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743200"/>
                <a:gridCol w="2377440"/>
                <a:gridCol w="2316175"/>
              </a:tblGrid>
              <a:tr h="627017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6366F1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366F1"/>
                          </a:solidFill>
                        </a:defRPr>
                      </a:pPr>
                      <a:r>
                        <a:t>QuickSplit IN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366F1"/>
                          </a:solidFill>
                        </a:defRPr>
                      </a:pPr>
                      <a:r>
                        <a:t>Splitwise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366F1"/>
                          </a:solidFill>
                        </a:defRPr>
                      </a:pPr>
                      <a:r>
                        <a:t>WhatsApp/Manual Excel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Signup / App Install Required</a:t>
                      </a:r>
                    </a:p>
                  </a:txBody>
                  <a:tcPr>
                    <a:solidFill>
                      <a:srgbClr val="1018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❌ No (Instant Web Access)</a:t>
                      </a:r>
                    </a:p>
                  </a:txBody>
                  <a:tcPr>
                    <a:solidFill>
                      <a:srgbClr val="1018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⚠️ Mandatory App &amp; Account</a:t>
                      </a:r>
                    </a:p>
                  </a:txBody>
                  <a:tcPr>
                    <a:solidFill>
                      <a:srgbClr val="1018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⚠️ Complex Setup</a:t>
                      </a:r>
                    </a:p>
                  </a:txBody>
                  <a:tcPr>
                    <a:solidFill>
                      <a:srgbClr val="10182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Multi-Payer on a Single Bill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✅ Full Uneven Multi-Pay Support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⚠️ Clumsy / Paid Pro Feature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❌ Manual Calculation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Direct Indian UPI Deep Links</a:t>
                      </a:r>
                    </a:p>
                  </a:txBody>
                  <a:tcPr>
                    <a:solidFill>
                      <a:srgbClr val="1018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✅ 1-Click GPay, PhonePe, Paytm</a:t>
                      </a:r>
                    </a:p>
                  </a:txBody>
                  <a:tcPr>
                    <a:solidFill>
                      <a:srgbClr val="1018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❌ No Native Indian Deep-links</a:t>
                      </a:r>
                    </a:p>
                  </a:txBody>
                  <a:tcPr>
                    <a:solidFill>
                      <a:srgbClr val="1018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❌ Copy-paste manually</a:t>
                      </a:r>
                    </a:p>
                  </a:txBody>
                  <a:tcPr>
                    <a:solidFill>
                      <a:srgbClr val="10182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Zero-Knowledge Cloud Encryption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✅ End-to-End Encrypted (E2EE)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❌ Plain-text server DB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❌ Unencrypted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Direct QR Generation (Camera Scan)</a:t>
                      </a:r>
                    </a:p>
                  </a:txBody>
                  <a:tcPr>
                    <a:solidFill>
                      <a:srgbClr val="1018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✅ Client-Side Dynamic QR</a:t>
                      </a:r>
                    </a:p>
                  </a:txBody>
                  <a:tcPr>
                    <a:solidFill>
                      <a:srgbClr val="1018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❌ Static / None</a:t>
                      </a:r>
                    </a:p>
                  </a:txBody>
                  <a:tcPr>
                    <a:solidFill>
                      <a:srgbClr val="1018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0182B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100% Free &amp; No Ads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✅ Completely Free &amp; Open Source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❌ Paywalled features &amp; Ads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✅ Free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141E33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⚡ HACKATHON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Market Opportunity &amp; Product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4389120"/>
          </a:xfrm>
          <a:prstGeom prst="roundRect">
            <a:avLst/>
          </a:prstGeom>
          <a:solidFill>
            <a:srgbClr val="141E33"/>
          </a:solidFill>
          <a:ln>
            <a:solidFill>
              <a:srgbClr val="23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900" b="1">
                <a:solidFill>
                  <a:srgbClr val="6366F1"/>
                </a:solidFill>
              </a:defRPr>
            </a:pPr>
            <a:r>
              <a:t>🎯 High-Growth Target Audience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3.5M+ Engineering &amp; Project Students: Buying IoT kits, robotics sensors, 3D printing, and hackathon project servers.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15M+ Urban Roommates &amp; Hostels: Splitting Wi-Fi, rent, Swiggy/Zomato bulk orders, and apartment groceries.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Zero Customer Acquisition Cost (CAC): Natural viral loop — each shared settlement link automatically onboards teammates.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4389120"/>
          </a:xfrm>
          <a:prstGeom prst="roundRect">
            <a:avLst/>
          </a:prstGeom>
          <a:solidFill>
            <a:srgbClr val="141E33"/>
          </a:solidFill>
          <a:ln>
            <a:solidFill>
              <a:srgbClr val="23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900" b="1">
                <a:solidFill>
                  <a:srgbClr val="10B981"/>
                </a:solidFill>
              </a:defRPr>
            </a:pPr>
            <a:r>
              <a:t>🗺️ Next Milestone Roadmap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Phase 1 (Completed): Multi-payer bills, Greedy settlement algorithm, UPI deep-links &amp; dynamic QR, Zero-knowledge Firestore E2EE sync.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Phase 2 (In Development): Camera OCR Receipt Scanner to auto-extract line items &amp; taxes from bill photos.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Phase 3 (Hackathon Scaling): Web3 decentralized settlement &amp; multi-currency support for international hackathon teams.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Phase 4 (PWA Offline): Progressive Web App installation with service worker offline sync.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41E33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4000" b="1">
                <a:solidFill>
                  <a:srgbClr val="F8FAFC"/>
                </a:solidFill>
              </a:defRPr>
            </a:pPr>
            <a:r>
              <a:t>⚡ QuickSplit IN</a:t>
            </a:r>
          </a:p>
          <a:p>
            <a:pPr algn="ctr">
              <a:defRPr sz="2000">
                <a:solidFill>
                  <a:srgbClr val="10B981"/>
                </a:solidFill>
              </a:defRPr>
            </a:pPr>
            <a:r>
              <a:t>Built for Hackathons, Engineering Projects &amp; Modern Roommates</a:t>
            </a:r>
          </a:p>
          <a:p>
            <a:br/>
            <a:pPr algn="ctr">
              <a:defRPr sz="2200" b="1">
                <a:solidFill>
                  <a:srgbClr val="6366F1"/>
                </a:solidFill>
              </a:defRPr>
            </a:pPr>
            <a:r>
              <a:t>🚀 Try the Live Web App Now:</a:t>
            </a:r>
            <a:br/>
            <a:r>
              <a:t>https://quickk-split.vercel.app/</a:t>
            </a:r>
          </a:p>
          <a:p>
            <a:br/>
            <a:pPr algn="ctr">
              <a:defRPr sz="1500">
                <a:solidFill>
                  <a:srgbClr val="94A3B8"/>
                </a:solidFill>
              </a:defRPr>
            </a:pPr>
            <a:r>
              <a:t>Open Source • Zero Knowledge • 1-Click UPI Settlement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